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T Sans Narrow"/>
      <p:regular r:id="rId16"/>
      <p:bold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2f56ea83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2f56ea83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7efa8b30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7efa8b30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60ecdb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960ecdb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f56ea83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2f56ea83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960ecdb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960ecdb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960ecdb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960ecdb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960ecdb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960ecdb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960ecdbb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960ecdbb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2f56ea83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2f56ea83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kaggle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963" y="1312700"/>
            <a:ext cx="4992076" cy="25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1654275" y="4416200"/>
            <a:ext cx="656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Smart devices for women’s health</a:t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114213" y="415225"/>
            <a:ext cx="69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BELLABEAT</a:t>
            </a:r>
            <a:endParaRPr sz="30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ctrTitle"/>
          </p:nvPr>
        </p:nvSpPr>
        <p:spPr>
          <a:xfrm>
            <a:off x="311700" y="455325"/>
            <a:ext cx="8520600" cy="248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685800" lvl="0" marL="21717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2800"/>
              <a:t>Can </a:t>
            </a:r>
            <a:r>
              <a:rPr b="0" lang="en" sz="2800"/>
              <a:t>trends from current fitbit users inform   	Bellabeat’s marketing strategy?</a:t>
            </a:r>
            <a:endParaRPr b="0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257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 and goals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81580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Bellabeat is:</a:t>
            </a:r>
            <a:endParaRPr b="1" sz="1900">
              <a:solidFill>
                <a:schemeClr val="accen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A high tech company that focuses on women’s health</a:t>
            </a:r>
            <a:endParaRPr b="1" sz="1500">
              <a:solidFill>
                <a:schemeClr val="accen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Determined to empower as many women globally as possible </a:t>
            </a:r>
            <a:endParaRPr b="1"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Members are currently: </a:t>
            </a:r>
            <a:endParaRPr b="1" sz="1900">
              <a:solidFill>
                <a:schemeClr val="accen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Tracking calories, activity levels, and movement daily</a:t>
            </a:r>
            <a:endParaRPr b="1" sz="1500">
              <a:solidFill>
                <a:schemeClr val="accen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Tracking sleep patterns and heart rate</a:t>
            </a:r>
            <a:endParaRPr b="1"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Possible future considerations:</a:t>
            </a:r>
            <a:endParaRPr b="1" sz="1900">
              <a:solidFill>
                <a:schemeClr val="accen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Survey users for fitness level </a:t>
            </a:r>
            <a:endParaRPr b="1" sz="1500">
              <a:solidFill>
                <a:schemeClr val="accen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Survey users to find what they look for in a fitness tracker</a:t>
            </a:r>
            <a:endParaRPr b="1"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design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Who: </a:t>
            </a:r>
            <a:endParaRPr b="1">
              <a:solidFill>
                <a:schemeClr val="accent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Data collected from </a:t>
            </a:r>
            <a:r>
              <a:rPr b="1" lang="en">
                <a:solidFill>
                  <a:schemeClr val="accent1"/>
                </a:solidFill>
              </a:rPr>
              <a:t>30 eligible FitBit users 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chemeClr val="accent1"/>
                </a:solidFill>
                <a:highlight>
                  <a:srgbClr val="FFFFFF"/>
                </a:highlight>
              </a:rPr>
              <a:t>What: </a:t>
            </a:r>
            <a:endParaRPr b="1" sz="1850">
              <a:solidFill>
                <a:schemeClr val="accent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chemeClr val="accent1"/>
                </a:solidFill>
                <a:highlight>
                  <a:srgbClr val="FFFFFF"/>
                </a:highlight>
              </a:rPr>
              <a:t>Minute-level, daily  output for physical activity, heart rate, and sleep monitoring</a:t>
            </a:r>
            <a:endParaRPr b="1" sz="1850">
              <a:solidFill>
                <a:schemeClr val="accent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chemeClr val="accent1"/>
                </a:solidFill>
                <a:highlight>
                  <a:srgbClr val="FFFFFF"/>
                </a:highlight>
              </a:rPr>
              <a:t>When: </a:t>
            </a:r>
            <a:endParaRPr b="1" sz="1850">
              <a:solidFill>
                <a:schemeClr val="accent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chemeClr val="accent1"/>
                </a:solidFill>
                <a:highlight>
                  <a:srgbClr val="FFFFFF"/>
                </a:highlight>
              </a:rPr>
              <a:t>	Data collected from 03/12/2016 - 05/12/2016</a:t>
            </a:r>
            <a:endParaRPr b="1" sz="1850">
              <a:solidFill>
                <a:schemeClr val="accent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How: 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	Organized by Tracker, Session ID, and  timestamps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Manipulation	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Data integrity and reliability:</a:t>
            </a:r>
            <a:endParaRPr sz="2400">
              <a:solidFill>
                <a:schemeClr val="accent1"/>
              </a:solidFill>
            </a:endParaRPr>
          </a:p>
          <a:p>
            <a:pPr indent="0" lvl="0" marL="91440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highlight>
                  <a:srgbClr val="FFFFFF"/>
                </a:highlight>
              </a:rPr>
              <a:t>“</a:t>
            </a:r>
            <a:r>
              <a:rPr lang="en" sz="2400">
                <a:solidFill>
                  <a:schemeClr val="accent1"/>
                </a:solidFill>
                <a:highlight>
                  <a:srgbClr val="FFFFFF"/>
                </a:highlight>
              </a:rPr>
              <a:t>FitBit Fitness Tracker Data”- </a:t>
            </a:r>
            <a:r>
              <a:rPr lang="en" sz="2400">
                <a:solidFill>
                  <a:schemeClr val="accent1"/>
                </a:solidFill>
              </a:rPr>
              <a:t>Open source at </a:t>
            </a:r>
            <a:r>
              <a:rPr lang="en" sz="24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Kaggle.com</a:t>
            </a:r>
            <a:endParaRPr sz="24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Cleaned with Excel &amp; BigQuery </a:t>
            </a:r>
            <a:endParaRPr sz="24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Analyzed with BigQuery</a:t>
            </a:r>
            <a:endParaRPr sz="24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Visualization created in Tableau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575" y="299900"/>
            <a:ext cx="5069424" cy="38499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1072200" y="4273275"/>
            <a:ext cx="753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(CC0: Public Domain, dataset made available through Mobius)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27600" y="1762900"/>
            <a:ext cx="3341400" cy="3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Daily Active Minutes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Daily Step totals 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30/30 entries: each user tracked activity daily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59000" y="849525"/>
            <a:ext cx="3078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Activity Measured Daily</a:t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4521624" cy="37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311700" y="4382075"/>
            <a:ext cx="78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(CC0: Public Domain, dataset made available through Mobius)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5483700" y="906875"/>
            <a:ext cx="3078600" cy="3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Open Sans"/>
              <a:buChar char="●"/>
            </a:pPr>
            <a:r>
              <a:rPr lang="en" sz="21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Date converted to Weekday</a:t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Open Sans"/>
              <a:buChar char="●"/>
            </a:pPr>
            <a:r>
              <a:rPr lang="en" sz="21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Highest number of steps on Tuesdays and Saturdays</a:t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Open Sans"/>
              <a:buChar char="●"/>
            </a:pPr>
            <a:r>
              <a:rPr lang="en" sz="21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Lowest number of steps on Mondays</a:t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050" y="419550"/>
            <a:ext cx="5439299" cy="349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04800" y="4397600"/>
            <a:ext cx="883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(CC0: Public Domain, dataset made available through Mobius)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04800" y="621225"/>
            <a:ext cx="28287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Open Sans"/>
              <a:buChar char="●"/>
            </a:pPr>
            <a:r>
              <a:rPr lang="en" sz="21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Least sedentary Saturdays</a:t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Open Sans"/>
              <a:buChar char="●"/>
            </a:pPr>
            <a:r>
              <a:rPr lang="en" sz="21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Most sedentary on Mondays</a:t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Open Sans"/>
              <a:buChar char="●"/>
            </a:pPr>
            <a:r>
              <a:rPr lang="en" sz="21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Consistent with trend in step totals</a:t>
            </a:r>
            <a:endParaRPr sz="21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mean?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>
                <a:solidFill>
                  <a:schemeClr val="accent1"/>
                </a:solidFill>
              </a:rPr>
              <a:t>users most active/ least sedentary  on saturday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>
                <a:solidFill>
                  <a:schemeClr val="accent1"/>
                </a:solidFill>
              </a:rPr>
              <a:t>Users tracking consistently daily, even when activity is low &amp; calories are high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>
                <a:solidFill>
                  <a:schemeClr val="accent1"/>
                </a:solidFill>
              </a:rPr>
              <a:t>It’s possible the people who use smart fitness devices are regular, everyday, working women making small steps to be healthier </a:t>
            </a:r>
            <a:endParaRPr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/>
              <a:t>Recommendations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accent1"/>
                </a:solidFill>
              </a:rPr>
              <a:t>What should the business do now? </a:t>
            </a:r>
            <a:endParaRPr sz="2200">
              <a:solidFill>
                <a:schemeClr val="accent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●"/>
            </a:pPr>
            <a:r>
              <a:rPr lang="en" sz="2200">
                <a:solidFill>
                  <a:schemeClr val="accent1"/>
                </a:solidFill>
              </a:rPr>
              <a:t>Earn the trust &amp; attention of everyday, busy women</a:t>
            </a:r>
            <a:endParaRPr sz="2200">
              <a:solidFill>
                <a:schemeClr val="accen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●"/>
            </a:pPr>
            <a:r>
              <a:rPr lang="en" sz="2200">
                <a:solidFill>
                  <a:schemeClr val="accent1"/>
                </a:solidFill>
              </a:rPr>
              <a:t>Offer services that reward small wins and consistency</a:t>
            </a:r>
            <a:endParaRPr sz="2200">
              <a:solidFill>
                <a:schemeClr val="accen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●"/>
            </a:pPr>
            <a:r>
              <a:rPr lang="en" sz="2200">
                <a:solidFill>
                  <a:schemeClr val="accent1"/>
                </a:solidFill>
              </a:rPr>
              <a:t>Create community between users to encourage client success &amp; membership retention </a:t>
            </a:r>
            <a:endParaRPr sz="2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